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핵심은 AI에게 즉흥적으로 시키지 않고, 기능마다 Markdown 설계 문서를 먼저 만든 뒤 그것을 기준으로 구현·검증했다는 점입니다. 검증은 추측이 아니라 실제 전시 PC의 로그와 헤드리스 브라우저 테스트로 했고, 인수인계 문서까지 같은 원본에서 자동 생성되도록 만들었습니다.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55CDD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기술개발 · 과학관 돔 전시 프로그램 (Aviation Route)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AI를 어떻게 썼나 — 시키기 전에 설계를 글로 썼습니다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16736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3D2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하나마다 Markdown 계획서를 먼저 쓰고, 그 문서를 기준으로 구현하고, 실제 로그로 확인한 뒤에야 완료로 넘겼습니다. 네 단계를 4주 동안 반복했습니다.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18273C"/>
          </a:solidFill>
          <a:ln w="12700">
            <a:solidFill>
              <a:srgbClr val="2437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8096" y="2185416"/>
            <a:ext cx="420624" cy="420624"/>
          </a:xfrm>
          <a:prstGeom prst="ellipse">
            <a:avLst/>
          </a:prstGeom>
          <a:solidFill>
            <a:srgbClr val="55CDDF"/>
          </a:solidFill>
          <a:ln w="12700">
            <a:solidFill>
              <a:srgbClr val="55CD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21854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80160" y="220370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계획을 글로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8096" y="2752344"/>
            <a:ext cx="212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3D2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Markdown 계획서를 먼저 씁니다. 무엇을 · 왜 · 어떻게 검증할지까지. README에는 구조와 규칙을 고정해 두어, 대화가 길어져도 기준이 흔들리지 않게 했습니다.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83280" y="196596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18273C"/>
          </a:solidFill>
          <a:ln w="12700">
            <a:solidFill>
              <a:srgbClr val="24374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02736" y="2185416"/>
            <a:ext cx="420624" cy="420624"/>
          </a:xfrm>
          <a:prstGeom prst="ellipse">
            <a:avLst/>
          </a:prstGeom>
          <a:solidFill>
            <a:srgbClr val="55CDDF"/>
          </a:solidFill>
          <a:ln w="12700">
            <a:solidFill>
              <a:srgbClr val="55CDD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02736" y="21854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14800" y="220370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구현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02736" y="2752344"/>
            <a:ext cx="212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3D2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문서를 기준으로 코드를 씁니다. 무엇을 했는지가 아니라 왜 그렇게 했는지를 주석으로 남겨, 코드 자체가 설명서가 되게 했습니다.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17920" y="196596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18273C"/>
          </a:solidFill>
          <a:ln w="12700">
            <a:solidFill>
              <a:srgbClr val="24374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37376" y="2185416"/>
            <a:ext cx="420624" cy="420624"/>
          </a:xfrm>
          <a:prstGeom prst="ellipse">
            <a:avLst/>
          </a:prstGeom>
          <a:solidFill>
            <a:srgbClr val="55CDDF"/>
          </a:solidFill>
          <a:ln w="12700">
            <a:solidFill>
              <a:srgbClr val="55CD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37376" y="21854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949440" y="220370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실측으로 검증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37376" y="2752344"/>
            <a:ext cx="212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3D2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추측 금지. 전시 PC의 실제 기록과 헤드리스 브라우저 테스트로 눈으로 확인한 뒤에만 "됐다"고 말합니다. 안 되면 원인을 찾을 때까지 되돌아갑니다.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052560" y="196596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18273C"/>
          </a:solidFill>
          <a:ln w="12700">
            <a:solidFill>
              <a:srgbClr val="24374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272016" y="2185416"/>
            <a:ext cx="420624" cy="420624"/>
          </a:xfrm>
          <a:prstGeom prst="ellipse">
            <a:avLst/>
          </a:prstGeom>
          <a:solidFill>
            <a:srgbClr val="55CDDF"/>
          </a:solidFill>
          <a:ln w="12700">
            <a:solidFill>
              <a:srgbClr val="55CDD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72016" y="21854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784080" y="220370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문서로 마무리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272016" y="2752344"/>
            <a:ext cx="212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3D2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인수인계 노트도 같은 원본에서 웹용 · 워드용으로 자동 생성합니다. 코드를 고치면 문서도 같이 고치는 것이 마지막 단계입니다.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48640" y="457200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5CDD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4주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548640" y="50474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598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2026.07.27 → 08.24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383280" y="457200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5CDD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267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3383280" y="50474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598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커밋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17920" y="457200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5CDD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22,700줄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6217920" y="50474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598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052560" y="457200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DA4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30%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9052560" y="50474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598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주석 — 판단의 이유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48640" y="5650992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1B2637"/>
          </a:solidFill>
          <a:ln w="12700">
            <a:solidFill>
              <a:srgbClr val="3A2C1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7240" y="5760720"/>
            <a:ext cx="10607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EDA4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사례 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3D2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구름 영상에 흰 띠가 생기는 문제를 "아마 이것 때문"으로 넘기지 않고, 전시 PC 기록을 받아 원인을 좁혔습니다. 위성이 안 뜨던 것도 마찬가지 — 로그에 찍힌 403의 본문을 읽어 보니 차단이 아니라 "이미 받아갔다"는 안내였습니다.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2026-08-24T08:34:39Z</dcterms:created>
  <dcterms:modified xsi:type="dcterms:W3CDTF">2026-08-24T08:34:39Z</dcterms:modified>
</cp:coreProperties>
</file>